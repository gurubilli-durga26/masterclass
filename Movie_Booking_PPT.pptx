
<file path=[Content_Types].xml><?xml version="1.0" encoding="utf-8"?>
<Types xmlns="http://schemas.openxmlformats.org/package/2006/content-types">
  <Default Extension="jpg" ContentType="image/jp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22807-ADD6-4684-AC69-9FEE0F17E056}" v="1" dt="2026-10-14T15:15:11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1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65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8288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73152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28016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182880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237744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292608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347472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02336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457200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movie_booking_db   •   4 Tables   •   60 SQL Queries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MySQL  •  MySQL Workbench  •  GitHub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-480000">
            <a:off x="5394960" y="1554480"/>
            <a:ext cx="3108960" cy="1554480"/>
          </a:xfrm>
          <a:prstGeom prst="roundRect">
            <a:avLst>
              <a:gd name="adj" fmla="val 8824"/>
            </a:avLst>
          </a:prstGeom>
          <a:solidFill>
            <a:srgbClr val="EA580C"/>
          </a:solidFill>
          <a:ln/>
        </p:spPr>
      </p:sp>
      <p:sp>
        <p:nvSpPr>
          <p:cNvPr id="15" name="Text 13"/>
          <p:cNvSpPr txBox="1"/>
          <p:nvPr/>
        </p:nvSpPr>
        <p:spPr>
          <a:xfrm rot="-480000">
            <a:off x="557784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ONE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 rot="-480000">
            <a:off x="557784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 •  SEATS  •  SHOWTIME</a:t>
            </a:r>
            <a:endParaRPr lang="en-US" sz="1000" dirty="0"/>
          </a:p>
        </p:txBody>
      </p:sp>
      <p:pic>
        <p:nvPicPr>
          <p:cNvPr id="19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5AF9FAB-D3D1-2ADF-3546-72BC19838F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226695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5"/>
    </mc:Choice>
    <mc:Fallback>
      <p:transition spd="slow" advTm="10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45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customer name, gender, city and signup date.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Management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movie name, genre, language and duration.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Management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theatre name, city and total seating capacity.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customer, movie, theatre, show time, seats and amount.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301752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ticket revenue, booking value and performance.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01752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payment methods and booking status.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ticket business handles data about customers, movies, theatres and bookings. Without a relational database, this data causes problems: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44368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and duplicated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493008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hard to trace to the right customer, movie and theatre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041648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view of revenue and popularity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883664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relational MySQL database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2322576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tables with primary and foreign keys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2761488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463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27066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revenue, seats sold and booking value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46320" y="3200400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4632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1455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movies, theatres and customers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46320" y="3639312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4632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3584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completed and cancelled bookings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46320" y="4078224"/>
            <a:ext cx="274320" cy="2743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4632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4023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SQL from basic queries to joins and subqueries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Management System to create and query booking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creation, SQL execution, table management and ER visualization.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28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SQL scripts, project files and documentation.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1F29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49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movie_booking_db   •   Tables: 4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analysis: 60 queries across Simple, Medium and Hard levels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relational design + SQL analytics + business-oriented insights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760720" cy="384048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0" descr="Movie Booking Database ER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56692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9144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3796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→ Bookings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can make many bookings (1 : N).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19456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→ Bookings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movie can appear in many bookings (1 : N).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34747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3796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 → Bookings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theatre can host many bookings (1 : N).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344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556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01952" y="1783080"/>
            <a:ext cx="365760" cy="192024"/>
          </a:xfrm>
          <a:prstGeom prst="roundRect">
            <a:avLst>
              <a:gd name="adj" fmla="val 47619"/>
            </a:avLst>
          </a:prstGeom>
          <a:solidFill>
            <a:srgbClr val="EA58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01952" y="178308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05740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35915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6609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96265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signup_date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109728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697480" y="12344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9748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24912" y="17556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movie_id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05072" y="1783080"/>
            <a:ext cx="365760" cy="192024"/>
          </a:xfrm>
          <a:prstGeom prst="roundRect">
            <a:avLst>
              <a:gd name="adj" fmla="val 47619"/>
            </a:avLst>
          </a:prstGeom>
          <a:solidFill>
            <a:srgbClr val="EA580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05072" y="178308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24912" y="205740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movie_name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724912" y="235915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724912" y="26609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724912" y="296265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duration_minutes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09728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12344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theatres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17556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theatre_id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08192" y="1783080"/>
            <a:ext cx="365760" cy="192024"/>
          </a:xfrm>
          <a:prstGeom prst="roundRect">
            <a:avLst>
              <a:gd name="adj" fmla="val 47619"/>
            </a:avLst>
          </a:prstGeom>
          <a:solidFill>
            <a:srgbClr val="EA580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08192" y="178308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205740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theatre_name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828032" y="235915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828032" y="26609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total_seats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109728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903720" y="12344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0372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931152" y="17556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11312" y="1783080"/>
            <a:ext cx="365760" cy="192024"/>
          </a:xfrm>
          <a:prstGeom prst="roundRect">
            <a:avLst>
              <a:gd name="adj" fmla="val 47619"/>
            </a:avLst>
          </a:prstGeom>
          <a:solidFill>
            <a:srgbClr val="EA580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11312" y="1783080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05740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11312" y="2084832"/>
            <a:ext cx="365760" cy="192024"/>
          </a:xfrm>
          <a:prstGeom prst="roundRect">
            <a:avLst>
              <a:gd name="adj" fmla="val 47619"/>
            </a:avLst>
          </a:prstGeom>
          <a:solidFill>
            <a:srgbClr val="1F293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11312" y="2084832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931152" y="235915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movie_id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11312" y="2386584"/>
            <a:ext cx="365760" cy="192024"/>
          </a:xfrm>
          <a:prstGeom prst="roundRect">
            <a:avLst>
              <a:gd name="adj" fmla="val 47619"/>
            </a:avLst>
          </a:prstGeom>
          <a:solidFill>
            <a:srgbClr val="1F293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11312" y="2386584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931152" y="26609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theatre_id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11312" y="2688336"/>
            <a:ext cx="365760" cy="192024"/>
          </a:xfrm>
          <a:prstGeom prst="roundRect">
            <a:avLst>
              <a:gd name="adj" fmla="val 47619"/>
            </a:avLst>
          </a:prstGeom>
          <a:solidFill>
            <a:srgbClr val="1F293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11312" y="2688336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931152" y="296265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show_date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931152" y="326440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seats_booked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931152" y="356616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ticket_amount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386791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booking_status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931152" y="416966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 &amp; Data Integrity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→ BOOKINGS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bookings.customer_id →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customers.customer_id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customer, many bookings.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→ BOOKINGS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bookings.movie_id →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movies.movie_id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movie, many bookings.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 → BOOKINGS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288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bookings.theatre_id →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theatres.theatre_id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theatre, many bookings.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1F29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uniquely identify records (Cardinality 1 : N on every relationship)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maintain valid relationships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ties each booking to an existing customer, movie and theatre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movie_booking_db;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movie_booking_db;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288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2423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9718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3566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566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1148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database and select the schema.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715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customers, movies and theatres first, then bookings (it holds the foreign keys).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858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sample data and verify records before running queries.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2514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customers;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movies;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theatres;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bookings;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Insertion &amp; Verification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Inserted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records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records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records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date and time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booked and ticket amount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SHOW TABLES and SELECT queries to confirm records and relationships.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2606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customers;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movies;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theatres;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bookings;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Basic Queries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Queries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• WHERE • LIKE • DISTINCT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• LIMIT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• SUM()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city, genre, status and payment method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566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answer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tables, filter movies and bookings, and find top bookings and total revenue.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Movies longer than 150 minutes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movie_name, duration_minutes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duration_minutes &gt; 150;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2423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-- 10 highest-value bookings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booking_id, ticket_amount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bookings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ticket_amount DESC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65760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ticket 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SUM(ticket_amount) AS total_revenue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bookings;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Booking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Movies earning over 10,000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m.movie_name,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SUM(b.ticket_amount) AS total_revenue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movies 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bookings b ON m.movie_id = b.movie_id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m.movie_id, m.movie_name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SUM(b.ticket_amount) &gt; 10000;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1118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2461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revenue by theatre 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t.city,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SUM(b.ticket_amount) AS total_revenue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theatres 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bookings b ON t.theatre_id = b.theatre_id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t.city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0" y="109728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F29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150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movies and cities earn the most from ticket sales?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24028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F29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1500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• SUM() • GROUP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• ORDER BY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0" y="338328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F29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movies and cities drive revenue.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Payment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2240280"/>
          </a:xfrm>
          <a:prstGeom prst="roundRect">
            <a:avLst>
              <a:gd name="adj" fmla="val 4082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389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Bookings made by each customer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c.customer_id, c.customer_name,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COUNT(b.booking_id) AS total_bookings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bookings 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b.customer_id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c.customer_id, c.customer_name;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6118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Average ticket amount by payment method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payment_method,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AVG(ticket_amount) AS average_ticket_amount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bookings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payment_method;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09728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280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828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keeps customers who have made no bookings.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0" y="292608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0" y="31089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average ticket amount across payment methods.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movie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Most-booked movie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never booked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spending customer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spenders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theatre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by seats booked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 with 5+ bookings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booking per customer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above average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tiers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306324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Status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averages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per status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vs cancelled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06324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Time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theatre city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share of total revenue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by year and month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7132320" cy="0"/>
          </a:xfrm>
          <a:prstGeom prst="line">
            <a:avLst/>
          </a:prstGeom>
          <a:noFill/>
          <a:ln w="38100">
            <a:solidFill>
              <a:srgbClr val="FED7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5544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45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Records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15544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63840" y="15544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Flow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749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→ create related tables → insert data → verify data → execute SQL analysis (Simple → Medium → Hard) → generate business insights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Outcomes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Outcome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relational tables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PK and FK relationships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One-to-many links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Bookings tied to customers, movies and theatres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Outcome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60 SQL analysis queries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Booking analysis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Revenue analysis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Movie &amp; theatre performance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Customer &amp; payment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JOINs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GROUP BY / HAVING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Aggregates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Subqueries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CASE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97864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097280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Seat-level booking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track individual seats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197864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097280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schedules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separate timings from bookings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1792224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892808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792224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screens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model individual screens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1792224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1892808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1792224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Seat-type pricing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price by seat category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2487168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587752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248716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discounts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coupons and promotions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487168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587752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248716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&amp; refunds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track refund status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282696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182112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customer feedback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3182112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282696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006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182112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snack orders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3877056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397764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943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" y="3877056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transaction details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63440" y="3877056"/>
            <a:ext cx="4023360" cy="585216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397764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006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3877056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analysis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theatre-wise occupancy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  |  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1F29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MySQL database for customers, movies, theatres and bookings, combined with SQL analysis that turns booking data into revenue, movie, theatre, customer and payment insights.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1691640"/>
          </a:xfrm>
          <a:prstGeom prst="roundRect">
            <a:avLst>
              <a:gd name="adj" fmla="val 6486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632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+ SQL querying + relational analysis + business insights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• Primary &amp; Foreign Keys • JOINs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8288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73152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28016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182880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237744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292608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347472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02336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4572000"/>
            <a:ext cx="274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463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Booking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-480000">
            <a:off x="5394960" y="1737360"/>
            <a:ext cx="3108960" cy="1554480"/>
          </a:xfrm>
          <a:prstGeom prst="roundRect">
            <a:avLst>
              <a:gd name="adj" fmla="val 8824"/>
            </a:avLst>
          </a:prstGeom>
          <a:solidFill>
            <a:srgbClr val="EA580C"/>
          </a:solidFill>
          <a:ln/>
        </p:spPr>
      </p:sp>
      <p:sp>
        <p:nvSpPr>
          <p:cNvPr id="15" name="Text 13"/>
          <p:cNvSpPr txBox="1"/>
          <p:nvPr/>
        </p:nvSpPr>
        <p:spPr>
          <a:xfrm rot="-480000">
            <a:off x="557784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ONE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 rot="-480000">
            <a:off x="557784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  •  SEATS  •  SHOWTIME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1557</Words>
  <Application>Microsoft Office PowerPoint</Application>
  <PresentationFormat>On-screen Show (16:9)</PresentationFormat>
  <Paragraphs>356</Paragraphs>
  <Slides>18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GURUBILLI DURGA</cp:lastModifiedBy>
  <cp:revision>1</cp:revision>
  <dcterms:created xsi:type="dcterms:W3CDTF">2026-09-30T12:34:23Z</dcterms:created>
  <dcterms:modified xsi:type="dcterms:W3CDTF">2026-10-14T15:15:22Z</dcterms:modified>
</cp:coreProperties>
</file>